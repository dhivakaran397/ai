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Computer Networking &amp; OSI Model</a:t>
            </a:r>
          </a:p>
          <a:p>
            <a:pPr>
              <a:spcBef>
                <a:spcPts val="1400"/>
              </a:spcBef>
              <a:defRPr sz="2200">
                <a:solidFill>
                  <a:srgbClr val="00D4FF"/>
                </a:solidFill>
              </a:defRPr>
            </a:pPr>
            <a:r>
              <a:t>Comprehensive Overview of 7 Layers</a:t>
            </a:r>
          </a:p>
          <a:p>
            <a:pPr>
              <a:spcBef>
                <a:spcPts val="2800"/>
              </a:spcBef>
              <a:defRPr sz="1300">
                <a:solidFill>
                  <a:srgbClr val="DCEBFC"/>
                </a:solidFill>
              </a:defRPr>
            </a:pPr>
            <a:r>
              <a:t>Generated by DAI • Advanced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Physical &amp; Data Link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Physical Layer: Binary transmission, cables, voltages, pinouts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Data Link Layer: MAC addressing, Ethernet frames, error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Network &amp; Transport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Network Layer: IP addressing, routing (OSPF, BGP), packet forwarding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Transport Layer: TCP (reliable, connection-oriented), UDP (low latency)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Session, Presentation &amp;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Session Layer: Session management, checkpointing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Presentation Layer: Data formatting, TLS/SSL encryption, compression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Application Layer: HTTP/HTTPS, DNS, SSH, SMTP protocols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5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C"/>
                </a:solidFill>
              </a:defRPr>
            </a:pPr>
            <a:r>
              <a:t>•   Encapsulation happens down the stack; de-encapsulation happens up</a:t>
            </a:r>
          </a:p>
          <a:p>
            <a:pPr>
              <a:spcBef>
                <a:spcPts val="1200"/>
              </a:spcBef>
              <a:defRPr sz="1800">
                <a:solidFill>
                  <a:srgbClr val="DCEBFC"/>
                </a:solidFill>
              </a:defRPr>
            </a:pPr>
            <a:r>
              <a:t>•   Crucial framework for network architecture and cybersecurity 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