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37160" cy="2926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OSI Model Demystified</a:t>
            </a:r>
          </a:p>
          <a:p>
            <a:pPr>
              <a:spcBef>
                <a:spcPts val="1400"/>
              </a:spcBef>
              <a:defRPr sz="2200">
                <a:solidFill>
                  <a:srgbClr val="00D4FF"/>
                </a:solidFill>
              </a:defRPr>
            </a:pPr>
            <a:r>
              <a:t>A Comprehensive Guide to the 7 Layers of Computer Networking</a:t>
            </a:r>
          </a:p>
          <a:p>
            <a:pPr>
              <a:spcBef>
                <a:spcPts val="2800"/>
              </a:spcBef>
              <a:defRPr sz="1300">
                <a:solidFill>
                  <a:srgbClr val="DCEBFC"/>
                </a:solidFill>
              </a:defRPr>
            </a:pPr>
            <a:r>
              <a:t>Generated by DAI • Advanced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the OSI Model?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62895" cy="4114800"/>
          </a:xfrm>
          <a:prstGeom prst="roundRect">
            <a:avLst/>
          </a:prstGeom>
          <a:solidFill>
            <a:srgbClr val="15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01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EBFC"/>
                </a:solidFill>
              </a:defRPr>
            </a:pPr>
            <a:r>
              <a:t>•   Stands for Open Systems Interconnection model, developed by the ISO in 1984.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A conceptual framework that standardizes communication functions across diverse technologies.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Divides the complex process of network communication into 7 distinct, manageable layers.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Helps developers and network engineers troubleshoot issues and design interoperable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7 Layers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62895" cy="4114800"/>
          </a:xfrm>
          <a:prstGeom prst="roundRect">
            <a:avLst/>
          </a:prstGeom>
          <a:solidFill>
            <a:srgbClr val="15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01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EBFC"/>
                </a:solidFill>
              </a:defRPr>
            </a:pPr>
            <a:r>
              <a:t>•   Layer 7: Application - User-facing interaction (HTTP, FTP, SMTP)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Layer 6: Presentation - Translates, encrypts, and compresses data (SSL/TLS)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Layer 5: Session - Manages and maintains communication sessions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Layer 4: Transport - End-to-end reliability and flow control (TCP, UDP)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Layer 3: Network - Routing data packets using IP addresses (Routers)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Layer 2: Data Link - Node-to-node local transfer using MAC addresses (Switches)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Layer 1: Physical - Transmits raw bits over physical hardware (Cables, Wi-Fi)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Software Layers (Layers 5-7)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62895" cy="4114800"/>
          </a:xfrm>
          <a:prstGeom prst="roundRect">
            <a:avLst/>
          </a:prstGeom>
          <a:solidFill>
            <a:srgbClr val="15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01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EBFC"/>
                </a:solidFill>
              </a:defRPr>
            </a:pPr>
            <a:r>
              <a:t>•   Layer 7 (Application): Direct interface for end-user applications like web browsers and email clients.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Layer 6 (Presentation): Acts as a translator, handling data formatting, encryption (SSL/TLS), and compression.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Layer 5 (Session): Establishes, coordinates, and terminates conversations between applications at each 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Transport Layer (Layer 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62895" cy="4114800"/>
          </a:xfrm>
          <a:prstGeom prst="roundRect">
            <a:avLst/>
          </a:prstGeom>
          <a:solidFill>
            <a:srgbClr val="15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01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EBFC"/>
                </a:solidFill>
              </a:defRPr>
            </a:pPr>
            <a:r>
              <a:t>•   Responsible for end-to-end communication, flow control, and error correction.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Breaks large data files into smaller chunks called 'Segments' on transmission, and reassembles them on receipt.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TCP (Transmission Control Protocol): Reliable, connection-oriented, ensures all packets arrive safely.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UDP (User Datagram Protocol): Fast, connectionless, ideal for real-time streaming and gaming where speed is prioritized over reliability.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Network &amp; Hardware Layers (Layers 1-3)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62895" cy="4114800"/>
          </a:xfrm>
          <a:prstGeom prst="roundRect">
            <a:avLst/>
          </a:prstGeom>
          <a:solidFill>
            <a:srgbClr val="15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01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EBFC"/>
                </a:solidFill>
              </a:defRPr>
            </a:pPr>
            <a:r>
              <a:t>•   Layer 3 (Network): Determines the best physical path for data. Uses IP addresses to route 'Packets' across different networks.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Layer 2 (Data Link): Manages node-to-node transfer on the same local network. Packages data into 'Frames' using MAC addresses.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Layer 1 (Physical): Transmits raw, unstructured binary data (0s and 1s) over physical media like copper cables, fiber optics, or radio waves.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the OSI Model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62895" cy="4114800"/>
          </a:xfrm>
          <a:prstGeom prst="roundRect">
            <a:avLst/>
          </a:prstGeom>
          <a:solidFill>
            <a:srgbClr val="15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01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EBFC"/>
                </a:solidFill>
              </a:defRPr>
            </a:pPr>
            <a:r>
              <a:t>•   Isolates Troubleshooting: Engineers can pinpoint issues to a specific layer (e.g., a bad cable is Layer 1, an IP conflict is Layer 3).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Promotes Interoperability: Allows devices from different manufacturers to communicate seamlessly.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Simplifies Development: Developers can focus on building application-level software without worrying about physical transmission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