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011680"/>
            <a:ext cx="137160" cy="2926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82880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8FAFC"/>
                </a:solidFill>
              </a:defRPr>
            </a:pPr>
            <a:r>
              <a:t>Artificial Intelligence</a:t>
            </a:r>
          </a:p>
          <a:p>
            <a:pPr>
              <a:spcBef>
                <a:spcPts val="1400"/>
              </a:spcBef>
              <a:defRPr sz="2200">
                <a:solidFill>
                  <a:srgbClr val="38BDF8"/>
                </a:solidFill>
              </a:defRPr>
            </a:pPr>
            <a:r>
              <a:t>An Introduction</a:t>
            </a:r>
          </a:p>
          <a:p>
            <a:pPr>
              <a:spcBef>
                <a:spcPts val="2800"/>
              </a:spcBef>
              <a:defRPr sz="1300">
                <a:solidFill>
                  <a:srgbClr val="CBD5E1"/>
                </a:solidFill>
              </a:defRPr>
            </a:pPr>
            <a:r>
              <a:t>Generated by DAI • Advanced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What is AI?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10362895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286000"/>
            <a:ext cx="9601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CBD5E1"/>
                </a:solidFill>
              </a:defRPr>
            </a:pPr>
            <a:r>
              <a:t>•   Simulation of human intelligence in machines</a:t>
            </a:r>
          </a:p>
          <a:p>
            <a:pPr>
              <a:spcBef>
                <a:spcPts val="1200"/>
              </a:spcBef>
              <a:defRPr sz="1800">
                <a:solidFill>
                  <a:srgbClr val="CBD5E1"/>
                </a:solidFill>
              </a:defRPr>
            </a:pPr>
            <a:r>
              <a:t>•   Enables machines to learn, reason, and self-correct</a:t>
            </a:r>
          </a:p>
          <a:p>
            <a:pPr>
              <a:spcBef>
                <a:spcPts val="1200"/>
              </a:spcBef>
              <a:defRPr sz="1800">
                <a:solidFill>
                  <a:srgbClr val="CBD5E1"/>
                </a:solidFill>
              </a:defRPr>
            </a:pPr>
            <a:r>
              <a:t>•   Encompasses machine learning, deep learning, and more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Applications of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10362895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286000"/>
            <a:ext cx="9601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CBD5E1"/>
                </a:solidFill>
              </a:defRPr>
            </a:pPr>
            <a:r>
              <a:t>•   Automation and Robotics</a:t>
            </a:r>
          </a:p>
          <a:p>
            <a:pPr>
              <a:spcBef>
                <a:spcPts val="1200"/>
              </a:spcBef>
              <a:defRPr sz="1800">
                <a:solidFill>
                  <a:srgbClr val="CBD5E1"/>
                </a:solidFill>
              </a:defRPr>
            </a:pPr>
            <a:r>
              <a:t>•   Natural Language Processing (NLP)</a:t>
            </a:r>
          </a:p>
          <a:p>
            <a:pPr>
              <a:spcBef>
                <a:spcPts val="1200"/>
              </a:spcBef>
              <a:defRPr sz="1800">
                <a:solidFill>
                  <a:srgbClr val="CBD5E1"/>
                </a:solidFill>
              </a:defRPr>
            </a:pPr>
            <a:r>
              <a:t>•   Computer Vision</a:t>
            </a:r>
          </a:p>
          <a:p>
            <a:pPr>
              <a:spcBef>
                <a:spcPts val="1200"/>
              </a:spcBef>
              <a:defRPr sz="1800">
                <a:solidFill>
                  <a:srgbClr val="CBD5E1"/>
                </a:solidFill>
              </a:defRPr>
            </a:pPr>
            <a:r>
              <a:t>•   Healthcare and Medicine</a:t>
            </a:r>
          </a:p>
          <a:p>
            <a:pPr>
              <a:spcBef>
                <a:spcPts val="1200"/>
              </a:spcBef>
              <a:defRPr sz="1800">
                <a:solidFill>
                  <a:srgbClr val="CBD5E1"/>
                </a:solidFill>
              </a:defRPr>
            </a:pPr>
            <a:r>
              <a:t>•   Finance and E-commerce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The Future of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10362895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286000"/>
            <a:ext cx="9601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CBD5E1"/>
                </a:solidFill>
              </a:defRPr>
            </a:pPr>
            <a:r>
              <a:t>•   Continued advancements in ML and DL</a:t>
            </a:r>
          </a:p>
          <a:p>
            <a:pPr>
              <a:spcBef>
                <a:spcPts val="1200"/>
              </a:spcBef>
              <a:defRPr sz="1800">
                <a:solidFill>
                  <a:srgbClr val="CBD5E1"/>
                </a:solidFill>
              </a:defRPr>
            </a:pPr>
            <a:r>
              <a:t>•   Increased integration into daily life</a:t>
            </a:r>
          </a:p>
          <a:p>
            <a:pPr>
              <a:spcBef>
                <a:spcPts val="1200"/>
              </a:spcBef>
              <a:defRPr sz="1800">
                <a:solidFill>
                  <a:srgbClr val="CBD5E1"/>
                </a:solidFill>
              </a:defRPr>
            </a:pPr>
            <a:r>
              <a:t>•   Ethical considerations and responsible AI development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